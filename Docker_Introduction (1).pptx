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0" y="7315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2926080" y="1737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Dockerfile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926080" y="2560320"/>
            <a:ext cx="4114800" cy="0"/>
          </a:xfrm>
          <a:prstGeom prst="line">
            <a:avLst/>
          </a:prstGeom>
          <a:noFill/>
          <a:ln w="25400">
            <a:solidFill>
              <a:srgbClr val="2496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926080" y="2834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Introduction for Developers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Muaad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Docker?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3291840"/>
          </a:xfrm>
          <a:prstGeom prst="rect">
            <a:avLst/>
          </a:prstGeom>
          <a:solidFill>
            <a:srgbClr val="2496E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D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01168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is an open-source platform that packages applications into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lightweight, portable, self-sufficient units that include everything needed to run software.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496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consistently everywhere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10312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9496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the host OS kernel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83464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9496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in seconds, not minutes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566160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39496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far less resources than VMs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Containers vs Virtual Machines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657600" cy="5029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657600" cy="502920"/>
          </a:xfrm>
          <a:prstGeom prst="rect">
            <a:avLst/>
          </a:prstGeom>
          <a:solidFill>
            <a:srgbClr val="1D8DC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3657600" cy="502920"/>
          </a:xfrm>
          <a:prstGeom prst="rect">
            <a:avLst/>
          </a:prstGeom>
          <a:solidFill>
            <a:srgbClr val="3BA3D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60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3657600" cy="5029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00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36576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03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 (Linux)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36576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Machines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46320" y="1554480"/>
            <a:ext cx="36576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 + Guest 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2194560"/>
            <a:ext cx="365760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194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 + Guest 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2834640"/>
            <a:ext cx="3657600" cy="6400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834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 + Guest OS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3611880"/>
            <a:ext cx="36576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611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4114800"/>
            <a:ext cx="36576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737360" cy="2926080"/>
          </a:xfrm>
          <a:prstGeom prst="rect">
            <a:avLst/>
          </a:prstGeom>
          <a:solidFill>
            <a:srgbClr val="0E4D7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544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CLI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29260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interface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interact with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468880" y="1280160"/>
            <a:ext cx="1737360" cy="2926080"/>
          </a:xfrm>
          <a:prstGeom prst="rect">
            <a:avLst/>
          </a:prstGeom>
          <a:solidFill>
            <a:srgbClr val="0E4D7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55448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60320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Daemon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2560320" y="29260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service that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containers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480560" y="1280160"/>
            <a:ext cx="1737360" cy="2926080"/>
          </a:xfrm>
          <a:prstGeom prst="rect">
            <a:avLst/>
          </a:prstGeom>
          <a:solidFill>
            <a:srgbClr val="0E4D7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55448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0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572000" y="29260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templates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create containers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92240" y="1280160"/>
            <a:ext cx="1737360" cy="2926080"/>
          </a:xfrm>
          <a:prstGeom prst="rect">
            <a:avLst/>
          </a:prstGeom>
          <a:solidFill>
            <a:srgbClr val="0E4D7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554480"/>
            <a:ext cx="640080" cy="6400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83680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583680" y="29260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instances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Docker images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2240280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96ED"/>
                </a:solidFill>
              </a:rPr>
              <a:t>▶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4251960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96ED"/>
                </a:solidFill>
              </a:rPr>
              <a:t>▶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263640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96ED"/>
                </a:solidFill>
              </a:rPr>
              <a:t>▶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2286000" y="4389120"/>
            <a:ext cx="4572000" cy="502920"/>
          </a:xfrm>
          <a:prstGeom prst="rect">
            <a:avLst/>
          </a:prstGeom>
          <a:solidFill>
            <a:srgbClr val="17A2B8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0" y="443484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926080" y="4389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Registry  (Docker Hub, GitLab, etc.)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Docker Concepts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D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4300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blueprint — read-only template with OS, app code, and dependencies.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37744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517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D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14300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instance of an image. Isolated, lightweight, disposable.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356616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D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Dockerfile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143000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file with step-by-step instructions to build an image.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54880" y="11887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46304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068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D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Registry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44068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storage/distribution service for images (Docker Hub, GitLab Registry).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754880" y="237744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65176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4068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D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544068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that survives container restarts and deletion.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754880" y="356616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840480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44068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D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5440680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 allowing containers to communicate with each other.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 Dockerfile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node:18-alpine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install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3000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DA4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 "server.js"]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0" y="1188720"/>
            <a:ext cx="73152" cy="45720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7" name="Text 5"/>
          <p:cNvSpPr/>
          <p:nvPr/>
        </p:nvSpPr>
        <p:spPr>
          <a:xfrm>
            <a:off x="5532120" y="1188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32120" y="13898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image to start from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0" y="1783080"/>
            <a:ext cx="73152" cy="45720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0" name="Text 8"/>
          <p:cNvSpPr/>
          <p:nvPr/>
        </p:nvSpPr>
        <p:spPr>
          <a:xfrm>
            <a:off x="553212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32120" y="19842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working directory inside container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2377440"/>
            <a:ext cx="73152" cy="45720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13" name="Text 11"/>
          <p:cNvSpPr/>
          <p:nvPr/>
        </p:nvSpPr>
        <p:spPr>
          <a:xfrm>
            <a:off x="5532120" y="2377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25786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files from host to container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2971800"/>
            <a:ext cx="73152" cy="457200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6" name="Text 14"/>
          <p:cNvSpPr/>
          <p:nvPr/>
        </p:nvSpPr>
        <p:spPr>
          <a:xfrm>
            <a:off x="5532120" y="2971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32120" y="31729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command during build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0" y="3566160"/>
            <a:ext cx="73152" cy="457200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3566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3767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port the app listens 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0" y="4160520"/>
            <a:ext cx="73152" cy="457200"/>
          </a:xfrm>
          <a:prstGeom prst="rect">
            <a:avLst/>
          </a:prstGeom>
          <a:solidFill>
            <a:srgbClr val="FDA4AF"/>
          </a:solidFill>
          <a:ln/>
        </p:spPr>
      </p:sp>
      <p:sp>
        <p:nvSpPr>
          <p:cNvPr id="22" name="Text 20"/>
          <p:cNvSpPr/>
          <p:nvPr/>
        </p:nvSpPr>
        <p:spPr>
          <a:xfrm>
            <a:off x="5532120" y="4160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43616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command when container starts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Dockerfile Instructions Reference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Instruction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Purpose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4D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 the base 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4D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Executes a command during 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4D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COPY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Copies files/dirs from host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4D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 COPY + supports URLs &amp; tar extraction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4D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WORKDIR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 the working directory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4D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CMD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command at container start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4D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ENTRYPOINT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Configures container as executable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4D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 environment variables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4D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Build-time variables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4D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EXPOSE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the listening 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4D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VOLUME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a mount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4D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LABEL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metadata to the 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Dockerfile Best Practices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005840"/>
          </a:xfrm>
          <a:prstGeom prst="rect">
            <a:avLst/>
          </a:prstGeom>
          <a:solidFill>
            <a:srgbClr val="0E4D7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small base images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43000" y="1645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 variants are 5-10x smaller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377440"/>
            <a:ext cx="3931920" cy="1005840"/>
          </a:xfrm>
          <a:prstGeom prst="rect">
            <a:avLst/>
          </a:prstGeom>
          <a:solidFill>
            <a:srgbClr val="0E4D7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517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 layers smartly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14300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Rarely-changing layers first for cache hits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3566160"/>
            <a:ext cx="3931920" cy="1005840"/>
          </a:xfrm>
          <a:prstGeom prst="rect">
            <a:avLst/>
          </a:prstGeom>
          <a:solidFill>
            <a:srgbClr val="0E4D7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Combine RUN commands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143000" y="4023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apt-get update &amp;&amp; apt-get install -y ...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54880" y="1188720"/>
            <a:ext cx="3931920" cy="1005840"/>
          </a:xfrm>
          <a:prstGeom prst="rect">
            <a:avLst/>
          </a:prstGeom>
          <a:solidFill>
            <a:srgbClr val="0E4D7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46304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068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.dockerignore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440680" y="1645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node_modules, .git, logs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754880" y="2377440"/>
            <a:ext cx="3931920" cy="1005840"/>
          </a:xfrm>
          <a:prstGeom prst="rect">
            <a:avLst/>
          </a:prstGeom>
          <a:solidFill>
            <a:srgbClr val="0E4D7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65176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4068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run as root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544068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 instruction for security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754880" y="3566160"/>
            <a:ext cx="3931920" cy="1005840"/>
          </a:xfrm>
          <a:prstGeom prst="rect">
            <a:avLst/>
          </a:prstGeom>
          <a:solidFill>
            <a:srgbClr val="0E4D7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840480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440680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multi-stage builds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5440680" y="4023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one stage, copy artifacts to a slim final stage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Essential Docker Commands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Command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What It Does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4D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build -t myapp 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an image from a Dockerfile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4D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run -d -p 3000:3000 myapp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 container in detached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4D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ps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running containers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4D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images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downloaded images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4D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stop &lt;id&gt;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a running container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4D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rm &lt;id&gt;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 stopped container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4D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logs &lt;id&gt;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container output logs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4D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exec -it &lt;id&gt; sh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a shell inside a container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4D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pull nginx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an image from registry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4D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push myapp:v1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image to a registry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Multi-Stage Build Example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Build stage ---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node:18 AS builder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run build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Production stage ---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node:18-alpine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--from=builder /app/dist ./dist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A4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 "dist/index.js"]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760720" y="1005840"/>
            <a:ext cx="30175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60720" y="1005840"/>
            <a:ext cx="73152" cy="155448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7" name="Text 5"/>
          <p:cNvSpPr/>
          <p:nvPr/>
        </p:nvSpPr>
        <p:spPr>
          <a:xfrm>
            <a:off x="598932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D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Multi-Stage?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89320" y="14630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Build with all dev tools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Copy only built artifacts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much smaller final image!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2834640"/>
            <a:ext cx="3017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2926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D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Size Comparison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3291840"/>
            <a:ext cx="256032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~950 MB  (without)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657600"/>
            <a:ext cx="82296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3657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 MB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multi-stage)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Compose  (Bonus)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57200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"3000:3000"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db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postgres:16-alpine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POSTGRES_PASSWORD: secret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0" y="1005840"/>
            <a:ext cx="3474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0" y="1005840"/>
            <a:ext cx="73152" cy="10058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8" name="Text 6"/>
          <p:cNvSpPr/>
          <p:nvPr/>
        </p:nvSpPr>
        <p:spPr>
          <a:xfrm>
            <a:off x="5532120" y="1097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D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Compose?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32120" y="1371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multi-container apps in a single YAML file, then start everything with one command.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0" y="2194560"/>
            <a:ext cx="3474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0" y="2194560"/>
            <a:ext cx="73152" cy="10058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D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command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0" y="3383280"/>
            <a:ext cx="3474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0" y="3383280"/>
            <a:ext cx="73152" cy="10058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6" name="Text 14"/>
          <p:cNvSpPr/>
          <p:nvPr/>
        </p:nvSpPr>
        <p:spPr>
          <a:xfrm>
            <a:off x="553212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D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32120" y="3749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with a database, cache, queue — anything that needs multiple services running together.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9144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 and build something together!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0"/>
          </a:xfrm>
          <a:prstGeom prst="line">
            <a:avLst/>
          </a:prstGeom>
          <a:noFill/>
          <a:ln w="25400">
            <a:solidFill>
              <a:srgbClr val="2496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— From Zero to Dockerfile</dc:title>
  <dc:subject>PptxGenJS Presentation</dc:subject>
  <dc:creator>Muaad</dc:creator>
  <cp:lastModifiedBy>Muaad</cp:lastModifiedBy>
  <cp:revision>1</cp:revision>
  <dcterms:created xsi:type="dcterms:W3CDTF">2026-04-25T09:52:40Z</dcterms:created>
  <dcterms:modified xsi:type="dcterms:W3CDTF">2026-04-25T09:52:40Z</dcterms:modified>
</cp:coreProperties>
</file>